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EDEF72-4426-4D5C-9141-E37ACF06D4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5CE946-884E-4F9F-9922-8916650611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767DE0-8DB9-49AB-942F-B52B62FBC6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378669-622C-4E3E-B848-FC8DDE1F3B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0D71DE-200A-433A-9AD8-1B8DE20120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E11343-02B6-4B09-A6D3-77BE4A5927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EFF630-D9C7-45B5-A6DB-61AEB04354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FEAF55-E247-4A0C-B793-B6A18B2802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8B6BC8-280D-4E58-968D-FEED5C45FD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50BC2D-6196-43FA-8CC2-1FA17BC496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0D5D6D-3F94-474E-BCDD-77E5794E8A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0" y="1188720"/>
            <a:ext cx="12191400" cy="39315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31520" y="15544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CDD09"/>
                </a:solidFill>
                <a:effectLst/>
                <a:uFillTx/>
                <a:latin typeface="Calibri"/>
              </a:rPr>
              <a:t>DIGICOM-ET  ·  ETHIOPIA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31520" y="21031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Silent Authentication for Banks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731520" y="32004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8E7"/>
                </a:solidFill>
                <a:effectLst/>
                <a:uFillTx/>
                <a:latin typeface="Calibri"/>
              </a:rPr>
              <a:t>Business story + MAP/Diameter message flows (ATI · PSI · SAI · S6a)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31520" y="402336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CDD09"/>
                </a:solidFill>
                <a:effectLst/>
                <a:uFillTx/>
                <a:latin typeface="Calibri"/>
              </a:rPr>
              <a:t>Citizen / e-Gov login without SMS  ·  Digicom VAS adapter on Ethio Telecom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365760" y="653796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Mix v3 (story + MAP/Diameter)  ·  1/28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Agenda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457200" y="1097280"/>
            <a:ext cx="109724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Why government &amp; banks need Silent Auth (e-Gov, SMS OTP pain, threats)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Digicom-ET offer: VAS adapter — not a competing SMSC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Technical core: two-stage Resolver + Verifier (ATI / PSI / SAI / S6a)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FSM, timeouts, fallback SMS, FS.11 security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Standards tables: CAMARA APIs + GSMA FASG (FS.07–FS.36, SG.22)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jSS7 hooks, value, Ethio Telecom partnership, roadmap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365760" y="653796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Mix v3 (story + MAP/Diameter)  ·  2/28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Why Ethiopia, why now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Mobile-first banking growth across Addis and the regions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SMS OTP still default — slow, fragile, costly for banks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Need frictionless login without losing fraud controls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Opportunity: network-side identity as VAS on Ethio Telecom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Digicom-ET brings Silent Auth to government &amp; banks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7" descr="08_ethiopia.png"/>
          <p:cNvPicPr/>
          <p:nvPr/>
        </p:nvPicPr>
        <p:blipFill>
          <a:blip r:embed="rId1"/>
          <a:stretch/>
        </p:blipFill>
        <p:spPr>
          <a:xfrm>
            <a:off x="6400800" y="1097280"/>
            <a:ext cx="5028840" cy="272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3/28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SMS OTP problem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Customers wait 3–30s for a code — many abandon login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SS7 / interconnect can intercept or redirect MT-SMS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SIM-swap: attacker receives OTP on a new SIM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Phishing / real-time OTP proxies steal typed codes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Banks pay SMS costs and still absorb fraud losses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7" descr="01_problem_sms.png"/>
          <p:cNvPicPr/>
          <p:nvPr/>
        </p:nvPicPr>
        <p:blipFill>
          <a:blip r:embed="rId1"/>
          <a:stretch/>
        </p:blipFill>
        <p:spPr>
          <a:xfrm>
            <a:off x="6400800" y="1097280"/>
            <a:ext cx="5028840" cy="265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8"/>
          <p:cNvSpPr/>
          <p:nvPr/>
        </p:nvSpPr>
        <p:spPr>
          <a:xfrm>
            <a:off x="365760" y="653796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Mix v3 (story + MAP/Diameter)  ·  4/28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Government digital services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Citizens access e-Gov portals: tax, civil registry, social payments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Want: open app → prove phone number → done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Do not want: wait for SMS OTP, type 6 digits, fail delivery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Must stay safe against SIM-swap and SS7 intercept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 Silent Auth for government + bank partners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7" descr="02_persona.png"/>
          <p:cNvPicPr/>
          <p:nvPr/>
        </p:nvPicPr>
        <p:blipFill>
          <a:blip r:embed="rId1"/>
          <a:stretch/>
        </p:blipFill>
        <p:spPr>
          <a:xfrm>
            <a:off x="6400800" y="1097280"/>
            <a:ext cx="5028840" cy="265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8"/>
          <p:cNvSpPr/>
          <p:nvPr/>
        </p:nvSpPr>
        <p:spPr>
          <a:xfrm>
            <a:off x="365760" y="653796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Mix v3 (story + MAP/Diameter)  ·  5/28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Threats Silent Auth removes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SS7 intercept — no SMS payload to steal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Phishing / OTP relay — nothing for the user to leak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Premium-rate / AIT abuse — no OTP blast to fraud numbers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Delivery failure — login not hostage to SMS latency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SIM-swap — SAI / lastUpdateLocation freshness check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7" descr="06_threats.png"/>
          <p:cNvPicPr/>
          <p:nvPr/>
        </p:nvPicPr>
        <p:blipFill>
          <a:blip r:embed="rId1"/>
          <a:stretch/>
        </p:blipFill>
        <p:spPr>
          <a:xfrm>
            <a:off x="6400800" y="1097280"/>
            <a:ext cx="5028840" cy="272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8"/>
          <p:cNvSpPr/>
          <p:nvPr/>
        </p:nvSpPr>
        <p:spPr>
          <a:xfrm>
            <a:off x="365760" y="653796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Mix v3 (story + MAP/Diameter)  ·  6/28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4"/>
          <p:cNvSpPr/>
          <p:nvPr/>
        </p:nvSpPr>
        <p:spPr>
          <a:xfrm>
            <a:off x="0" y="2011680"/>
            <a:ext cx="12191400" cy="228564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731520" y="2286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solution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731520" y="3200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8E7"/>
                </a:solidFill>
                <a:effectLst/>
                <a:uFillTx/>
                <a:latin typeface="Calibri"/>
              </a:rPr>
              <a:t>Digicom-ET Silent Auth = business VAS + MAP/Diameter verification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365760" y="653796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Mix v3 (story + MAP/Diameter)  ·  7/28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Hard fact: two stages (not one MAP call)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MAP / Diameter cannot map IP → MSISDN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Stage 1 RESOLVER: IP:port:ts → MSISDN via PGW/PCRF/CGNAT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Stage 2 VERIFIER: ATI / PSI / SAI or Diameter S6a → assurance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CGNAT ⇒ app MUST send IP + source port + timestamp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Reject if resolver returns &gt;1 MSISDN → FALLBACK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Happy path: Approve in ≤3s — no SMS, no OTP typing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7" descr="v2_two_stage.png"/>
          <p:cNvPicPr/>
          <p:nvPr/>
        </p:nvPicPr>
        <p:blipFill>
          <a:blip r:embed="rId1"/>
          <a:stretch/>
        </p:blipFill>
        <p:spPr>
          <a:xfrm>
            <a:off x="6400800" y="1097280"/>
            <a:ext cx="5303160" cy="23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8"/>
          <p:cNvSpPr/>
          <p:nvPr/>
        </p:nvSpPr>
        <p:spPr>
          <a:xfrm>
            <a:off x="365760" y="653796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Mix v3 (story + MAP/Diameter)  ·  8/28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End-to-end message 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6" descr="v2_e2e_sequence.png"/>
          <p:cNvPicPr/>
          <p:nvPr/>
        </p:nvPicPr>
        <p:blipFill>
          <a:blip r:embed="rId1"/>
          <a:stretch/>
        </p:blipFill>
        <p:spPr>
          <a:xfrm>
            <a:off x="411480" y="1005840"/>
            <a:ext cx="11338200" cy="566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7"/>
          <p:cNvSpPr/>
          <p:nvPr/>
        </p:nvSpPr>
        <p:spPr>
          <a:xfrm>
            <a:off x="457200" y="61722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D7377"/>
                </a:solidFill>
                <a:effectLst/>
                <a:uFillTx/>
                <a:latin typeface="Calibri"/>
              </a:rPr>
              <a:t>App → Bank BE → Digicom SAS → PGW resolve → MAP/Diameter verify → HLR/HSS → Approve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9/28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ATI — AnyTimeInterrogation (MAP)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Verifier opens TC dialog → sends ATI to home HLR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Response: subscriberState, locationInfo, VLR address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FS.11 Category 1 on interconnect → BLOCKED externally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Deployment invariant: Digicom SAS inside operator only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Queries own HLR/HSS — never cross-operator ATI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jSS7: AnyTimeInterrogationRequestImpl (coral-valley)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7" descr="v2_ati_flow.png"/>
          <p:cNvPicPr/>
          <p:nvPr/>
        </p:nvPicPr>
        <p:blipFill>
          <a:blip r:embed="rId1"/>
          <a:stretch/>
        </p:blipFill>
        <p:spPr>
          <a:xfrm>
            <a:off x="6400800" y="1097280"/>
            <a:ext cx="5303160" cy="251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10/28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Verifier messages: PSI · SAI · Diameter S6a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457200" y="1005840"/>
            <a:ext cx="54860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PSI (ProvideSubscriberInfo) — Cat 2.1: state + location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SAI (SendAuthenticationInfo) — Cat 3.2: SIM-swap freshness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Prefer PSI for reachability; SAI when swap risk is high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4G/5G: Diameter S6a IDR/IDA + AIR/AIA (FS.19)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One dialog max per request; abort on timeout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jSS7: ProvideSubscriberInfoRequestImpl, SendAuthenticationInfoRequestImpl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7" descr="v2_psi_sai.png"/>
          <p:cNvPicPr/>
          <p:nvPr/>
        </p:nvPicPr>
        <p:blipFill>
          <a:blip r:embed="rId1"/>
          <a:stretch/>
        </p:blipFill>
        <p:spPr>
          <a:xfrm>
            <a:off x="6126480" y="1051560"/>
            <a:ext cx="5577480" cy="29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11/28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Adapter on top — we do NOT take telco SMS revenue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Digicom-ET = thin VAS between bank backends and Ethio Telecom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Reuses PGW, HLR/HSS, SMSC — no core rewrite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Banks pay Digicom per /verify — not SMS wholesale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A2P / interconnect SMS stays 100% with the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Fallback OTP still billed through Ethio Telecom SMSC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Optional API revenue share — additive, not cannibalizing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Picture 7" descr="04_architecture.png"/>
          <p:cNvPicPr/>
          <p:nvPr/>
        </p:nvPicPr>
        <p:blipFill>
          <a:blip r:embed="rId1"/>
          <a:stretch/>
        </p:blipFill>
        <p:spPr>
          <a:xfrm>
            <a:off x="6400800" y="1097280"/>
            <a:ext cx="5120280" cy="286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12/28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Fallback: Silent first → SMS OTP if needed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Wi-Fi-only, no binding, timeout, low assurance → FALLBACK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Fail-closed: never soft-approve without evidence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SMS is safety net — silent path is primary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 orchestrates policy; SMS rides operator rails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Residual OTP can sit behind SMS Home Routing / SS7 FW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7" descr="05_fallback.png"/>
          <p:cNvPicPr/>
          <p:nvPr/>
        </p:nvPicPr>
        <p:blipFill>
          <a:blip r:embed="rId1"/>
          <a:stretch/>
        </p:blipFill>
        <p:spPr>
          <a:xfrm>
            <a:off x="6400800" y="1097280"/>
            <a:ext cx="4937400" cy="270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13/28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SAS FSM + timeout / dialog-leak strategy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457200" y="1005840"/>
            <a:ext cx="54860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RESOLVING → VERIFYING → SCORING → APPROVED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Any missing evidence → FALLBACK (fail-closed)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Resolver budget: 300 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MAP / Diameter dialog: 2 s — then abort()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Total SAS budget: ≤ 3 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SAS is dialog anchor — no hung HSS stalls the bank app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Picture 7" descr="v2_fsm.png"/>
          <p:cNvPicPr/>
          <p:nvPr/>
        </p:nvPicPr>
        <p:blipFill>
          <a:blip r:embed="rId1"/>
          <a:stretch/>
        </p:blipFill>
        <p:spPr>
          <a:xfrm>
            <a:off x="6126480" y="1005840"/>
            <a:ext cx="54860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14/28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Security checklist + defense in depth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No interconnect ATI (FS.11 Cat.1) — intra-HLR only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Idempotent reqId; mTLS bank→SAS; ts window anti-replay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MSISDN/IMSI never returned to the mobile app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Layer 1 Silent Auth · Layer 2 SMS FW · Layer 3 SS7/Diameter/SEPP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Aligned with GSMA FS.11 / FS.19 / FS.21 / FS.36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7" descr="10_shield.png"/>
          <p:cNvPicPr/>
          <p:nvPr/>
        </p:nvPicPr>
        <p:blipFill>
          <a:blip r:embed="rId1"/>
          <a:stretch/>
        </p:blipFill>
        <p:spPr>
          <a:xfrm>
            <a:off x="6400800" y="1097280"/>
            <a:ext cx="4754520" cy="262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15/28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Bank integration + jSS7 hooks (coral-valley)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457200" y="1051560"/>
            <a:ext cx="54860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1. Enable Digicom SDK in bank app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2. App sends deviceCred + IP:port:ts to bank BE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3. BE → Digicom POST /verify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4. Digicom returns match + assurance (or FALLBACK)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5. Bank issues session — or triggers SMS OTP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7"/>
          <p:cNvSpPr/>
          <p:nvPr/>
        </p:nvSpPr>
        <p:spPr>
          <a:xfrm>
            <a:off x="6217920" y="1097280"/>
            <a:ext cx="539460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D737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8"/>
          <p:cNvSpPr/>
          <p:nvPr/>
        </p:nvSpPr>
        <p:spPr>
          <a:xfrm>
            <a:off x="6400800" y="12801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D7377"/>
                </a:solidFill>
                <a:effectLst/>
                <a:uFillTx/>
                <a:latin typeface="Calibri"/>
              </a:rPr>
              <a:t>jSS7 MAP classes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9"/>
          <p:cNvSpPr/>
          <p:nvPr/>
        </p:nvSpPr>
        <p:spPr>
          <a:xfrm>
            <a:off x="6400800" y="1737360"/>
            <a:ext cx="50288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AnyTimeInterrogationRequestImpl — ATI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ProvideSubscriberInfoRequestImpl — PSI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SendAuthenticationInfoRequestImpl — SAI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MAPProviderImpl → MAPServiceMobility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Open: jDiameter S6a client module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0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16/28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4"/>
          <p:cNvSpPr/>
          <p:nvPr/>
        </p:nvSpPr>
        <p:spPr>
          <a:xfrm>
            <a:off x="0" y="2011680"/>
            <a:ext cx="12191400" cy="228564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731520" y="2286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Standards &amp; APIs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731520" y="3200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8E7"/>
                </a:solidFill>
                <a:effectLst/>
                <a:uFillTx/>
                <a:latin typeface="Calibri"/>
              </a:rPr>
              <a:t>CAMARA Open Gateway  ·  GSMA FASG security (FS / SG / FF)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7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17/28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CAMARA / Open Gateway APIs (identity &amp; fraud)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02" name="Table 6"/>
          <p:cNvGraphicFramePr/>
          <p:nvPr/>
        </p:nvGraphicFramePr>
        <p:xfrm>
          <a:off x="457200" y="960120"/>
          <a:ext cx="11246760" cy="3071880"/>
        </p:xfrm>
        <a:graphic>
          <a:graphicData uri="http://schemas.openxmlformats.org/drawingml/2006/table">
            <a:tbl>
              <a:tblPr/>
              <a:tblGrid>
                <a:gridCol w="2926080"/>
                <a:gridCol w="5029200"/>
                <a:gridCol w="329184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API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What it does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Digicom role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Number Verification (NV)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Match claimed MSISDN to live cellular session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Core Silent Auth /verify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Number Verification 2 / TS.43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SIM EAP-AKA — works on Wi-Fi too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Phase 3 coverage expand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SIM Swap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Detect recent SIM / number change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Assurance / step-up signal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OTP SMS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Legacy OTP delivery (fallback path)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Orchestrate only — SMSC = telco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Scam Signal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Fraud / scam indicators on number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Risk policy input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KYC Match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Match subscriber KYC attributes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e-Gov / bank onboarding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Number Recycling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Detect recycled MSISDN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Avoid wrong-person auth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TextBox 7"/>
          <p:cNvSpPr/>
          <p:nvPr/>
        </p:nvSpPr>
        <p:spPr>
          <a:xfrm>
            <a:off x="457200" y="61722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D7377"/>
                </a:solidFill>
                <a:effectLst/>
                <a:uFillTx/>
                <a:latin typeface="Calibri"/>
              </a:rPr>
              <a:t>Digicom implements / adapts these for Ethio Telecom + government &amp; bank apps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18/28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How CAMARA maps onto Digicom SAS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457200" y="1051560"/>
            <a:ext cx="109724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NV /verify  ≡  Digicom two-stage: PGW resolve + MAP/Diameter verify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SIM Swap API  ≡  SAI / lastUpdateLocation age + HSS signals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OTP SMS  ≡  FALLBACK branch — Digicom policy, Ethio Telecom SMSC bills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TS.43 NV2  ≡  future Wi-Fi silent path (SIM credential, not bearer IP)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KYC Match / Number Recycling  ≡  optional e-Gov onboarding checks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App-facing contract: CAMARA-aligned HTTPS; signalling stays operator-internal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19/28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GSMA FASG — signalling &amp; SMS security documents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17" name="Table 6"/>
          <p:cNvGraphicFramePr/>
          <p:nvPr/>
        </p:nvGraphicFramePr>
        <p:xfrm>
          <a:off x="457200" y="960120"/>
          <a:ext cx="11246760" cy="3840120"/>
        </p:xfrm>
        <a:graphic>
          <a:graphicData uri="http://schemas.openxmlformats.org/drawingml/2006/table">
            <a:tbl>
              <a:tblPr/>
              <a:tblGrid>
                <a:gridCol w="1097280"/>
                <a:gridCol w="3108960"/>
                <a:gridCol w="3291840"/>
                <a:gridCol w="374868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Title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Scope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Digicom relevance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FS.07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SS7 &amp; SIGTRAN Security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Threats / attack methods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SS7 SMS threat model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SS7 Interconnect FW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MAP/CAMEL Cat 1/2/3 rules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ATI Cat.1 · SRI-SM · MT-spoof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Diameter Interconnect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LTE/5G Diameter attacks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S6a/S6c/SGd SMS path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GTP Security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GRX/IPX GTP-C/U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Bearer / PGW context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FS.21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Interconnect Recommendations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Umbrella categorise→filter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Policy consistency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Baseline Security Controls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Roaming / interconnect catalogue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Border checklist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FS.36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5G Interconnect Security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SEPP / N32 / PRINS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5G SMSF + N32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SG.22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SMS Firewall Best Practices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SMS content / AIT policy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Fallback OTP hygiene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FF.09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SMS Fraud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Fraud taxonomy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SIM-swap / spam context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8" name="TextBox 7"/>
          <p:cNvSpPr/>
          <p:nvPr/>
        </p:nvSpPr>
        <p:spPr>
          <a:xfrm>
            <a:off x="457200" y="61722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D7377"/>
                </a:solidFill>
                <a:effectLst/>
                <a:uFillTx/>
                <a:latin typeface="Calibri"/>
              </a:rPr>
              <a:t>Most members-only; FS.11 v4.0 publicly circulated. Digicom aligns SAS + residual SMS protection.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20/28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FS.11 — MAP packet categories (Silent Auth impact)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25" name="Table 6"/>
          <p:cNvGraphicFramePr/>
          <p:nvPr/>
        </p:nvGraphicFramePr>
        <p:xfrm>
          <a:off x="457200" y="960120"/>
          <a:ext cx="11246760" cy="268812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474720"/>
                <a:gridCol w="320040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Examples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Digicom rule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Unauthorised on interconnect — BLOCK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ATI, SendIMSI, unknown opcode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ATI only to OWN HLR (intra-net)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2.1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Operator traffic — needs answer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PSI, PRN, PSL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Primary verifier (state+location)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2.2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Operator traffic — no answer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ISD, DSD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Filter IMSI↔SCCP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3.1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Inter-op + VLR/SGSN check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MO-FSM, USSD, IDP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Home Routing / SMS FW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3.2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Inter-op + time/location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UL, SAI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SIM-swap freshness (SAI)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3.3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IPSM-GW / SMS-specific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SMS checks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Fallback OTP path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26" name="TextBox 7"/>
          <p:cNvSpPr/>
          <p:nvPr/>
        </p:nvSpPr>
        <p:spPr>
          <a:xfrm>
            <a:off x="457200" y="61722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D7377"/>
                </a:solidFill>
                <a:effectLst/>
                <a:uFillTx/>
                <a:latin typeface="Calibri"/>
              </a:rPr>
              <a:t>Silent Auth Verifier lives inside operator — never fires Cat.1 ATI over interconnect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21/28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Replace OTP vs Protect OTP — which standard applies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33" name="Table 6"/>
          <p:cNvGraphicFramePr/>
          <p:nvPr/>
        </p:nvGraphicFramePr>
        <p:xfrm>
          <a:off x="457200" y="960120"/>
          <a:ext cx="11246760" cy="191988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657600"/>
                <a:gridCol w="2194560"/>
              </a:tblGrid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Strategy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Mechanism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Primary standards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Owner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8930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A — Replace OTP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Silent Auth (NV / TS.43)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CAMARA NV, TS.43, FS.11/19 (intra)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Digicom SAS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B — Protect OTP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Home Routing + signalling FW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FS.11, FS.19, FS.36, SG.22, FF.09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Telco + Digicom policy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Umbrella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Categorise → monitor → filter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FS.21 + FS.31 baseline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Operator border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5G path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SEPP / N32 / SMSF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FS.36, 3GPP TS 33.501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Operator + Digicom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34" name="TextBox 7"/>
          <p:cNvSpPr/>
          <p:nvPr/>
        </p:nvSpPr>
        <p:spPr>
          <a:xfrm>
            <a:off x="457200" y="61722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D7377"/>
                </a:solidFill>
                <a:effectLst/>
                <a:uFillTx/>
                <a:latin typeface="Calibri"/>
              </a:rPr>
              <a:t>Every OTP Digicom cannot eliminate must still be protected (Strategy B)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22/28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Ethiopia Open Gateway positioning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457200" y="1051560"/>
            <a:ext cx="109724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 exposes CAMARA-shaped APIs to government &amp; banks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Ethio Telecom remains network source of truth (HLR/HSS/PGW/SMSC)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Compliance story: FS.11/19/21/36 for signalling; CAMARA for app contract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No SMS revenue taken — Open Gateway VAS layer on top of the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Roadmap: NV pilot → SIM Swap signal → TS.43 / NV2 Wi-Fi path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7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23/28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Value for government &amp; banks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6"/>
          <p:cNvSpPr/>
          <p:nvPr/>
        </p:nvSpPr>
        <p:spPr>
          <a:xfrm>
            <a:off x="457200" y="1051560"/>
            <a:ext cx="566892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Higher login conversion on e-Gov and banking apps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Lower SMS OTP spend on the silent happy path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Stronger posture vs SS7 intercept &amp; phishing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CAMARA-aligned API — portable across Open Gateway markets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Risk-based step-up for high-value / benefit transfers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Picture 7" descr="09_before_after.png"/>
          <p:cNvPicPr/>
          <p:nvPr/>
        </p:nvPicPr>
        <p:blipFill>
          <a:blip r:embed="rId1"/>
          <a:stretch/>
        </p:blipFill>
        <p:spPr>
          <a:xfrm>
            <a:off x="6400800" y="1097280"/>
            <a:ext cx="4937400" cy="23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24/28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Ethio Telecom partnership + roadmap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6"/>
          <p:cNvSpPr/>
          <p:nvPr/>
        </p:nvSpPr>
        <p:spPr>
          <a:xfrm>
            <a:off x="457200" y="1051560"/>
            <a:ext cx="54860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New enterprise VAS without cannibalizing SMS wholesale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Government &amp; banks stay on cellular — Digicom prefers data bearer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 sells/integrates; telco supplies network truth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Phase 1: pilot IP-match + MAP ATI/PSI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Phase 2: Diameter S6a + CAMARA SIM Swap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Phase 3: TS.43 / NV2 Wi-Fi · FS.36 5G path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7" descr="07_money_model.png"/>
          <p:cNvPicPr/>
          <p:nvPr/>
        </p:nvPicPr>
        <p:blipFill>
          <a:blip r:embed="rId1"/>
          <a:stretch/>
        </p:blipFill>
        <p:spPr>
          <a:xfrm>
            <a:off x="6126480" y="1097280"/>
            <a:ext cx="54860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25/28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457200" y="2926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Open items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5"/>
          <p:cNvSpPr/>
          <p:nvPr/>
        </p:nvSpPr>
        <p:spPr>
          <a:xfrm>
            <a:off x="457200" y="804600"/>
            <a:ext cx="2194200" cy="45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6"/>
          <p:cNvSpPr/>
          <p:nvPr/>
        </p:nvSpPr>
        <p:spPr>
          <a:xfrm>
            <a:off x="457200" y="1051560"/>
            <a:ext cx="109724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Resolver source: PGW RADIUS vs PCRF Sd vs CGNAT log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jDiameter S6a client (mirror jSS7 MAP verifier)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CAMARA Number Verification adapter: SAS /verify ↔ NV contract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Assurance weights + per-risk thresholds (e-Gov vs bank transfer)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Shared identity-policy store between SAS and signalling FW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7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26/28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Rounded Rectangle 4"/>
          <p:cNvSpPr/>
          <p:nvPr/>
        </p:nvSpPr>
        <p:spPr>
          <a:xfrm>
            <a:off x="1371600" y="1645920"/>
            <a:ext cx="9417960" cy="329148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5"/>
          <p:cNvSpPr/>
          <p:nvPr/>
        </p:nvSpPr>
        <p:spPr>
          <a:xfrm>
            <a:off x="1645920" y="2011680"/>
            <a:ext cx="8869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Let's make government login silent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6"/>
          <p:cNvSpPr/>
          <p:nvPr/>
        </p:nvSpPr>
        <p:spPr>
          <a:xfrm>
            <a:off x="1645920" y="2926080"/>
            <a:ext cx="8869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8E7"/>
                </a:solidFill>
                <a:effectLst/>
                <a:uFillTx/>
                <a:latin typeface="Calibri"/>
              </a:rPr>
              <a:t>Pilot Digicom-ET Silent Auth for e-Gov and banks.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8E7"/>
                </a:solidFill>
                <a:effectLst/>
                <a:uFillTx/>
                <a:latin typeface="Calibri"/>
              </a:rPr>
              <a:t>CAMARA-aligned · MAP/Diameter verify · GSMA FS.11/19 · no telco pocket touched.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7"/>
          <p:cNvSpPr/>
          <p:nvPr/>
        </p:nvSpPr>
        <p:spPr>
          <a:xfrm>
            <a:off x="1645920" y="4206240"/>
            <a:ext cx="8869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CDD09"/>
                </a:solidFill>
                <a:effectLst/>
                <a:uFillTx/>
                <a:latin typeface="Calibri"/>
              </a:rPr>
              <a:t>contact@digicom-et.example  ·  Addis Ababa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8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27/28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1"/>
          <p:cNvSpPr/>
          <p:nvPr/>
        </p:nvSpPr>
        <p:spPr>
          <a:xfrm>
            <a:off x="0" y="0"/>
            <a:ext cx="4064400" cy="1458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Rectangle 2"/>
          <p:cNvSpPr/>
          <p:nvPr/>
        </p:nvSpPr>
        <p:spPr>
          <a:xfrm>
            <a:off x="4064040" y="0"/>
            <a:ext cx="4064400" cy="14580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3"/>
          <p:cNvSpPr/>
          <p:nvPr/>
        </p:nvSpPr>
        <p:spPr>
          <a:xfrm>
            <a:off x="8127720" y="0"/>
            <a:ext cx="4064400" cy="14580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4"/>
          <p:cNvSpPr/>
          <p:nvPr/>
        </p:nvSpPr>
        <p:spPr>
          <a:xfrm>
            <a:off x="731520" y="2194560"/>
            <a:ext cx="1051524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78930"/>
                </a:solidFill>
                <a:effectLst/>
                <a:uFillTx/>
                <a:latin typeface="Calibri"/>
              </a:rPr>
              <a:t>  Thank you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5"/>
          <p:cNvSpPr/>
          <p:nvPr/>
        </p:nvSpPr>
        <p:spPr>
          <a:xfrm>
            <a:off x="731520" y="32918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Digicom-ET — Silent Authentication for Government &amp; Banks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6"/>
          <p:cNvSpPr/>
          <p:nvPr/>
        </p:nvSpPr>
        <p:spPr>
          <a:xfrm>
            <a:off x="731520" y="39319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D7377"/>
                </a:solidFill>
                <a:effectLst/>
                <a:uFillTx/>
                <a:latin typeface="Calibri"/>
              </a:rPr>
              <a:t>CAMARA + GSMA FASG  ·  ATI/PSI/SAI for the engineers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7"/>
          <p:cNvSpPr/>
          <p:nvPr/>
        </p:nvSpPr>
        <p:spPr>
          <a:xfrm>
            <a:off x="365760" y="6537960"/>
            <a:ext cx="1097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 v3 (story + MAP/Diameter)  ·  28/28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LibreOffice/26.2.4.2$Linux_X86_64 LibreOffice_project/df4f15f06f7b375c1d16aa35fba92d50b262cd01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2026-07-20T18:03:20Z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