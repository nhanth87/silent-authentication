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91695" cy="3474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CDD09"/>
                </a:solidFill>
                <a:latin typeface="Calibri"/>
              </a:rPr>
              <a:t>DIGICOM-ET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11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Silent Authentication — Technical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8E7"/>
                </a:solidFill>
                <a:latin typeface="Calibri"/>
              </a:rPr>
              <a:t>Two-stage resolver + MAP/Diameter verifier  ·  Ethiopia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CDD09"/>
                </a:solidFill>
                <a:latin typeface="Calibri"/>
              </a:rPr>
              <a:t>Protocol flows  ·  Fail-closed FSM  ·  GSMA FS.11 / FS.19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Scope &amp; Non-Goals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IN SCOPE: auth without SMS OTP on cellular data bearer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IN SCOPE: VAS adapter deployed on / inside operator network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IN SCOPE: bank backend calls SAS POST /verify server-to-server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NOT replacing SS7 / Diameter signalling firewall (Strategy B)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NOT taking operator SMS revenue — fallback OTP stays operator-billed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NOT cross-operator ATI — intra-network HLR/HSS only (FS.11 Cat.1)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Hard Constraint: Two Stages Required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MAP / Diameter cannot map IP → MSISDN — protocol limitation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Stage 1 RESOLVER: PGW/GGSN session binding → MSISDN/IMSI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Stage 2 VERIFIER: MAP ATI/PSI/SAI or Diameter S6a IDR/AIR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CGNAT ⇒ app MUST send IP + port + timestamp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Reject if resolver returns &gt;1 MSISDN for same binding</a:t>
            </a:r>
          </a:p>
        </p:txBody>
      </p:sp>
      <p:pic>
        <p:nvPicPr>
          <p:cNvPr id="8" name="Picture 7" descr="v2_two_s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51560"/>
            <a:ext cx="5669280" cy="2551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Actors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005840"/>
          <a:ext cx="112471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686800"/>
              </a:tblGrid>
              <a:tr h="41148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Actor</a:t>
                      </a:r>
                    </a:p>
                  </a:txBody>
                  <a:tcPr>
                    <a:solidFill>
                      <a:srgbClr val="07893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>
                    <a:solidFill>
                      <a:srgbClr val="07893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Bank App (mobile)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Cellular data; collects {srcIP, srcPort, ts, deviceCred}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Bank Backend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Login decision; calls SAS POST /verify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Digicom SAS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Resolver + Verifier + Policy engine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PGW Resolver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PGW/GGSN / PCRF / CGNAT log → MSISDN+IMSI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MAP/Diameter Verifier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jSS7 (2G/3G) + jDiameter S6a (4G/5G)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HLR / HSS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A1A2E"/>
                          </a:solidFill>
                          <a:latin typeface="Calibri"/>
                        </a:rPr>
                        <a:t>Operator subscriber DB — intra-network only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End-to-End Message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2_e2e_sequ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338560" cy="5669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  <a:latin typeface="Calibri"/>
              </a:rPr>
              <a:t>Numbered steps match silent-auth-flow.md — happy path, cellular bearer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Stage 1: IP Resolver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Input: {srcIP, srcPort, ts} from SAS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Sources: PGW/GGSN Gi/SGi accounting, PCRF Gx/Sd, CGNAT log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Output: MSISDN + IMSI + bearerAge (point-in-time at ts)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Reject if &gt;1 MSISDN — CGNAT ambiguity → FALLBACK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No binding / Wi-Fi-only / stale bearer → FALLBACK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Budget: 300 ms — on expiry → FALLBACK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Stage 2: MAP/Diameter Verifier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14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7377"/>
                </a:solidFill>
                <a:latin typeface="Calibri"/>
              </a:rPr>
              <a:t>One MAP/Diameter dialog max per request. SIM-swap = lastUpdateLocation age vs request time.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132588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426720"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Access</a:t>
                      </a:r>
                    </a:p>
                  </a:txBody>
                  <a:tcPr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Message</a:t>
                      </a:r>
                    </a:p>
                  </a:txBody>
                  <a:tcPr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>
                    <a:solidFill>
                      <a:srgbClr val="0D737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FS Category</a:t>
                      </a:r>
                    </a:p>
                  </a:txBody>
                  <a:tcPr>
                    <a:solidFill>
                      <a:srgbClr val="0D7377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alibri"/>
                        </a:rPr>
                        <a:t>2G/3G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A2E"/>
                          </a:solidFill>
                          <a:latin typeface="Calibri"/>
                        </a:rPr>
                        <a:t>PSI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alibri"/>
                        </a:rPr>
                        <a:t>subscriber state + location, intra-net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alibri"/>
                        </a:rPr>
                        <a:t>Cat 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alibri"/>
                        </a:rPr>
                        <a:t>2G/3G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A2E"/>
                          </a:solidFill>
                          <a:latin typeface="Calibri"/>
                        </a:rPr>
                        <a:t>ATI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alibri"/>
                        </a:rPr>
                        <a:t>any-time interrogation (intra-net ONLY)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alibri"/>
                        </a:rPr>
                        <a:t>Cat 1 interconnect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alibri"/>
                        </a:rPr>
                        <a:t>2G/3G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A2E"/>
                          </a:solidFill>
                          <a:latin typeface="Calibri"/>
                        </a:rPr>
                        <a:t>SAI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alibri"/>
                        </a:rPr>
                        <a:t>auth vectors / SIM-swap freshness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alibri"/>
                        </a:rPr>
                        <a:t>Cat 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alibri"/>
                        </a:rPr>
                        <a:t>4G/5G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A2E"/>
                          </a:solidFill>
                          <a:latin typeface="Calibri"/>
                        </a:rPr>
                        <a:t>IDR/IDA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alibri"/>
                        </a:rPr>
                        <a:t>insert/inspect subscriber data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alibri"/>
                        </a:rPr>
                        <a:t>FS.19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alibri"/>
                        </a:rPr>
                        <a:t>4G/5G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 i="0">
                          <a:solidFill>
                            <a:srgbClr val="1A1A2E"/>
                          </a:solidFill>
                          <a:latin typeface="Calibri"/>
                        </a:rPr>
                        <a:t>AIR/AIA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alibri"/>
                        </a:rPr>
                        <a:t>authentication info request/answer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 i="0">
                          <a:solidFill>
                            <a:srgbClr val="1A1A2E"/>
                          </a:solidFill>
                          <a:latin typeface="Calibri"/>
                        </a:rPr>
                        <a:t>FS.19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ATI Deep Dive (FS.11 Cat.1)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2_ati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338560" cy="53858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  <a:latin typeface="Calibri"/>
              </a:rPr>
              <a:t>TC dialog · ATI request/response fields · deploy Digicom inside operator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PSI vs SAI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2_psi_s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338560" cy="595274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Diameter S6a Path (4G/5G)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2_diameter_s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338560" cy="538581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  <a:latin typeface="Calibri"/>
              </a:rPr>
              <a:t>IDR/IDA + AIR/AIA — GSMA FS.19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SAS Request FSM — Fail-Closed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2_f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960120"/>
            <a:ext cx="11338560" cy="5669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B5563"/>
                </a:solidFill>
                <a:latin typeface="Calibri"/>
              </a:rPr>
              <a:t>No partial approvals — any missing evidence → FALLBACK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Timeout &amp; Dialog Leak Strategy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Resolver: 300 ms → FALLBACK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MAP dialog (PSI/ATI): 2 s TC timer → abort() → FALLBACK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Diameter S6a (IDR/AIR): 2 s → FALLBACK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Total SAS budget: 3 s — bank shows normal login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SAS is dialog anchor — never let hung HSS query stall the app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Every MAP dialog has bounded TC timer — no dialog leak</a:t>
            </a:r>
          </a:p>
        </p:txBody>
      </p:sp>
      <p:pic>
        <p:nvPicPr>
          <p:cNvPr id="8" name="Picture 7" descr="v2_time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51560"/>
            <a:ext cx="5760720" cy="273634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Fallback SMS Policy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Trigger: Wi-Fi-only, resolver miss, MAP/Diameter timeout, low assurance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SAS returns FALLBACK — bank triggers step-up (TOTP / Passkey / SIM-OTP)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SMS OTP is safety net — silent path is primary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Operator bills every fallback SMS via own SMSC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Digicom orchestrates policy only — SMS rides operator rails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Fail-closed: never approve without cryptographic network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Security Checklist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No interconnect ATI — FS.11 Cat.1 blocked; intra-network HLR only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Fail-closed — missing evidence never approves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Idempotent reqId — dedup retries; one dialog per stage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MSISDN/IMSI never returned to mobile app — bank backend only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SIM-swap check via SAI / lastUpdateLocation age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CGNAT: IP+port+ts required; reject &gt;1 MSISDN; point-in-time read at ts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Replay: mTLS bank→SAS; reqId + ts window; spoofed GT rejected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jSS7 Hooks (coral-valley)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AnyTimeInterrogationRequestImpl — ATI (subscriberInformation)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ProvideSubscriberInfoRequestImpl — PSI (subscriberInformation)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SendAuthenticationInfoRequestImpl — SAI (authentication)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MAPProviderImpl → MAPServiceMobility — dialog open / TC timer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Dialog lifecycle: open → send → await → close or abort on timeout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jDiameter S6a client module — open item (mirror MAP verifier)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Summary — One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53035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Two stages: IP:port:ts → RESOLVER → MSISDN → VERIFIER → assurance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ATI intra-network only (FS.11 Cat.1) — Digicom SAS inside operator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Fail-closed FSM → FALLBACK SMS (operator-billed) / step-up MFA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Adapter: Digicom VAS on Ethio Telecom HLR/HSS/PGW — no SMS revenue taken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Budgets: resolver 300 ms · MAP/Diameter 2 s · total ≤ 3 s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jSS7: ATI/PSI/SAI; open: jDiameter S6a + resolver source</a:t>
            </a:r>
          </a:p>
        </p:txBody>
      </p:sp>
      <p:pic>
        <p:nvPicPr>
          <p:cNvPr id="8" name="Picture 7" descr="v2_adap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051560"/>
            <a:ext cx="5669280" cy="255117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064898" cy="128016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63898" y="0"/>
            <a:ext cx="4064898" cy="128016"/>
          </a:xfrm>
          <a:prstGeom prst="rect">
            <a:avLst/>
          </a:prstGeom>
          <a:solidFill>
            <a:srgbClr val="FCDD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27796" y="0"/>
            <a:ext cx="4064898" cy="128016"/>
          </a:xfrm>
          <a:prstGeom prst="rect">
            <a:avLst/>
          </a:prstGeom>
          <a:solidFill>
            <a:srgbClr val="DA12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  <a:latin typeface="Calibri"/>
              </a:rPr>
              <a:t>Open Items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749808"/>
            <a:ext cx="2011680" cy="45720"/>
          </a:xfrm>
          <a:prstGeom prst="rect">
            <a:avLst/>
          </a:prstGeom>
          <a:solidFill>
            <a:srgbClr val="078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960120"/>
            <a:ext cx="54864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Resolver interface: PGW RADIUS accounting vs PCRF Sd vs CGNAT log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jDiameter S6a client module (mirror jSS7 MAP verifier)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CAMARA Number Verification adapter: SAS /verify → CAMARA contract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Assurance weights + per-risk thresholds (login vs money transfer)</a:t>
            </a:r>
          </a:p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2E"/>
                </a:solidFill>
                <a:latin typeface="Calibri"/>
              </a:rPr>
              <a:t>•  Shared identity-policy store between SAS and signalling firewall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B5563"/>
                </a:solidFill>
                <a:latin typeface="Calibri"/>
              </a:rPr>
              <a:t>Digicom-ET  ·  Silent Auth Technical Design  ·  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