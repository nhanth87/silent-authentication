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DBCFD3-0347-4335-9776-947795248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62131-C652-4A96-A420-A02B4D97B3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8BABE9-3E30-4937-B916-E9E013C9A9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29B2B8-34D1-4318-8D4E-390F471213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8B52DC-B850-4BC4-85AE-77CC96F8FF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059D57-78D9-4D6C-90CC-A385406DE5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8AD273-3A7C-420A-9FF0-253B882E73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50E61D-3F79-4895-A674-6B9B89819E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693DCD-2264-4BAA-B05F-43F8876B72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3FEAA57-66F6-402A-8988-105CBEAC54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CC03226-59BC-441B-9EBB-13485BE430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0" y="1097280"/>
            <a:ext cx="12191400" cy="384012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146304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DIGICOM-ET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2011680"/>
            <a:ext cx="10515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Silent Authentication for Banks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31520" y="3200400"/>
            <a:ext cx="105152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Phone on the network — no SMS, under 3 seconds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731520" y="411480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Ethiopia  ·  VAS adapter on Ethio Telecom  ·  2026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Agenda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Why Ethiopia — mobile banking at scale, OTP pain everywhere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The SMS OTP problem &amp; the threats banks face today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Meet Chú Phỉnh — frictionless login, real security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 Silent Auth: how the VAS adapter 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Architecture on top of Ethio Telecom — not inside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Fallback SMS stays operator-billed; telco revenue protected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Security, integration, roadmap, next steps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2/20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Why Ethiopia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70M+ mobile subs — banking runs on the phone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SMS OTP still default: slow, expensive, easy to attack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need instant login without weakening fraud controls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Network-side identity as a VAS layer — no core rebuild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Digicom-ET: Silent Auth built for Ethiopian banks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7" descr="08_ethiopia.png"/>
          <p:cNvPicPr/>
          <p:nvPr/>
        </p:nvPicPr>
        <p:blipFill>
          <a:blip r:embed="rId1"/>
          <a:stretch/>
        </p:blipFill>
        <p:spPr>
          <a:xfrm>
            <a:off x="6583680" y="1280160"/>
            <a:ext cx="4754520" cy="257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3/20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The SMS OTP problem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3–30 s wait → abandoned logins and support calls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SS7 / interconnect: OTP redirected before the user sees 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SIM-swap: attacker owns the number, receives the 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Phishing proxies harvest codes in real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pay per SMS and still eat fraud losses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7" descr="01_problem_sms.png"/>
          <p:cNvPicPr/>
          <p:nvPr/>
        </p:nvPicPr>
        <p:blipFill>
          <a:blip r:embed="rId1"/>
          <a:stretch/>
        </p:blipFill>
        <p:spPr>
          <a:xfrm>
            <a:off x="6583680" y="1280160"/>
            <a:ext cx="4937400" cy="26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4/20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Meet Chú Phỉnh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Daily mobile-banking user in Addis Ababa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Wants: open app → recognized → done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Refuses: wait, hunt for SMS, type six digits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Must feel safe — and actually be safe — from fraud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Silent Auth delivers both: speed and assurance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7" descr="02_persona.png"/>
          <p:cNvPicPr/>
          <p:nvPr/>
        </p:nvPicPr>
        <p:blipFill>
          <a:blip r:embed="rId1"/>
          <a:stretch/>
        </p:blipFill>
        <p:spPr>
          <a:xfrm>
            <a:off x="6583680" y="1280160"/>
            <a:ext cx="4937400" cy="26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5/20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Threats Silent Auth removes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SS7 intercept — no SMS payload to steal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Phishing / OTP relay — nothing for the user to leak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Premium-rate / AIT abuse — no OTP blast to fraud numbers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Delivery failure — login not hostage to SMS latency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SIM-swap — network signals flag recent handset changes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7" descr="06_threats.png"/>
          <p:cNvPicPr/>
          <p:nvPr/>
        </p:nvPicPr>
        <p:blipFill>
          <a:blip r:embed="rId1"/>
          <a:stretch/>
        </p:blipFill>
        <p:spPr>
          <a:xfrm>
            <a:off x="6583680" y="1280160"/>
            <a:ext cx="4845960" cy="262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6/20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4"/>
          <p:cNvSpPr/>
          <p:nvPr/>
        </p:nvSpPr>
        <p:spPr>
          <a:xfrm>
            <a:off x="0" y="2011680"/>
            <a:ext cx="12191400" cy="219420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731520" y="22860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solution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731520" y="3200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Digicom-ET Silent Auth — VAS adapter that proves the phone is on-network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7/20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How Silent Auth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App on cellular captures IP + port + timestamp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 backend calls Digicom-ET POST /verify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Resolver binds IP:port → MSISDN via PGW session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Verifier queries HLR/HSS: MAP (PSI/ATI/SAI) or Diameter S6a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Policy engine: APPROVE silently or route to SMS fallback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7" descr="03_silent_flow.png"/>
          <p:cNvPicPr/>
          <p:nvPr/>
        </p:nvPicPr>
        <p:blipFill>
          <a:blip r:embed="rId1"/>
          <a:stretch/>
        </p:blipFill>
        <p:spPr>
          <a:xfrm>
            <a:off x="6583680" y="1280160"/>
            <a:ext cx="5120280" cy="226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8/20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Before vs After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Before: wait → type OTP → pray it wasn't intercepted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After: silent verify → session in under 3 seconds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Happy path: zero SMS, zero typing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Same bank app — Digicom VAS plugs in behind the 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Chú Phỉnh: open app, you're 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7" descr="09_before_after.png"/>
          <p:cNvPicPr/>
          <p:nvPr/>
        </p:nvPicPr>
        <p:blipFill>
          <a:blip r:embed="rId1"/>
          <a:stretch/>
        </p:blipFill>
        <p:spPr>
          <a:xfrm>
            <a:off x="6583680" y="1280160"/>
            <a:ext cx="5028840" cy="23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9/20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Architecture — adapter on top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Digicom-ET = thin VAS layer between banks and Ethio Telecom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Reuses existing PGW, HLR/HSS, SMSC — zero core rewrite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call HTTPS API; Digicom handles signalling orchestration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Operator network remains source of truth for identity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We adapt on top — we never replace the telecom stack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7" descr="04_architecture.png"/>
          <p:cNvPicPr/>
          <p:nvPr/>
        </p:nvPicPr>
        <p:blipFill>
          <a:blip r:embed="rId1"/>
          <a:stretch/>
        </p:blipFill>
        <p:spPr>
          <a:xfrm>
            <a:off x="6583680" y="1280160"/>
            <a:ext cx="5303160" cy="29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10/20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We do NOT touch Ethio Telecom's pocket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sells verification to banks — not SMS wholesale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A2P / interconnect SMS revenue stays 100% with the operator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Signalling, data, and subscriber records remain carrier-owned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Optional API revenue share — additive VAS, not cannibalization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Every fallback OTP is operator-billed through Ethio Telecom SMSC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7" descr="07_money_model.png"/>
          <p:cNvPicPr/>
          <p:nvPr/>
        </p:nvPicPr>
        <p:blipFill>
          <a:blip r:embed="rId1"/>
          <a:stretch/>
        </p:blipFill>
        <p:spPr>
          <a:xfrm>
            <a:off x="6583680" y="1280160"/>
            <a:ext cx="5028840" cy="251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11/20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Fallback to SMS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Wi-Fi-only, timeout, or low assurance → SMS OTP safety net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Fail-closed: never approve without cryptographic evidence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SMS is backup — silent path is primary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orchestrates policy only; SMS rides operator rails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Fallback traffic = operator revenue, not Digicom bypass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Picture 7" descr="05_fallback.png"/>
          <p:cNvPicPr/>
          <p:nvPr/>
        </p:nvPicPr>
        <p:blipFill>
          <a:blip r:embed="rId1"/>
          <a:stretch/>
        </p:blipFill>
        <p:spPr>
          <a:xfrm>
            <a:off x="6583680" y="1280160"/>
            <a:ext cx="4754520" cy="260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12/20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Defense in depth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457200" y="1188720"/>
            <a:ext cx="59432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Layer 1: Silent Auth eliminates most OTP exposure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Layer 2: SMS Home Routing / firewall for residual OTP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Layer 3: Operator SS7, Diameter, 5G SEPP border controls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orchestrates bank-facing identity policy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Aligned with GSMA FS.11 / FS.19 / FS.21 / FS.36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Picture 7" descr="10_shield.png"/>
          <p:cNvPicPr/>
          <p:nvPr/>
        </p:nvPicPr>
        <p:blipFill>
          <a:blip r:embed="rId1"/>
          <a:stretch/>
        </p:blipFill>
        <p:spPr>
          <a:xfrm>
            <a:off x="6583680" y="1280160"/>
            <a:ext cx="4571640" cy="252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13/20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Value for Ethiopian banks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Higher conversion — fewer abandoned logins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Lower OTP SMS spend on the silent happy path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Stronger fraud posture vs SS7, phishing, SIM-swap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Drop-in integration: HTTPS API + mobile SDK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Risk-based step-up for high-value transactions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14/20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Value for Ethio Telecom partnership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New enterprise VAS revenue — SMS wholesale untouched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Banks stay on cellular; operator keeps subscriber engagement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Digicom sells to banks; telco supplies network truth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Shared policy + optional per-verify API revenue share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Positions Ethiopia for Open Gateway / CAMARA leadership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15/20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Security highlights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Intra-network HLR/HSS queries only (FS.11 Cat. 1 on interconnect)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IP + port + timestamp — CGNAT-safe binding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SIM-swap freshness via SAI / lastUpdateLocation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Hard timeouts: resolver 300 ms, MAP/Diameter 2 s, total ≤ 3 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MSISDN never exposed to the app — bank backend only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16/20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Bank integration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1. Embed Digicom SDK in the mobile banking app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2. On login: app sends deviceCred + cellular binding to bank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3. Bank backend calls Digicom POST /verify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4. Digicom returns match + assurance level (or FALLBACK)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5. Bank issues session — or triggers operator-billed SMS OTP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17/20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457200" y="3200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Roadmap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Rectangle 5"/>
          <p:cNvSpPr/>
          <p:nvPr/>
        </p:nvSpPr>
        <p:spPr>
          <a:xfrm>
            <a:off x="457200" y="868680"/>
            <a:ext cx="2285640" cy="543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6"/>
          <p:cNvSpPr/>
          <p:nvPr/>
        </p:nvSpPr>
        <p:spPr>
          <a:xfrm>
            <a:off x="457200" y="1188720"/>
            <a:ext cx="10972440" cy="49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1: Pilot 1–2 banks — IP-match + MAP verifier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2: Diameter S6a + SIM-swap signal API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3: TS.43 / Wi-Fi silent path for wider coverage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Phase 4: CAMARA Number Verification alignment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•  Ongoing: SMS Home Routing for operator-protected fallback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18/20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ounded Rectangle 4"/>
          <p:cNvSpPr/>
          <p:nvPr/>
        </p:nvSpPr>
        <p:spPr>
          <a:xfrm>
            <a:off x="1371600" y="1645920"/>
            <a:ext cx="9417960" cy="320004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5"/>
          <p:cNvSpPr/>
          <p:nvPr/>
        </p:nvSpPr>
        <p:spPr>
          <a:xfrm>
            <a:off x="1645920" y="2011680"/>
            <a:ext cx="88693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Let's make Chú Phỉnh's login silent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1645920" y="2926080"/>
            <a:ext cx="8869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r>
              <a:rPr lang="en-US" sz="16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Pilot Digicom-ET Silent Auth with your bank.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8E7"/>
                </a:solidFill>
                <a:effectLst/>
                <a:uFillTx/>
                <a:latin typeface="Calibri"/>
              </a:rPr>
              <a:t>VAS adapter on Ethio Telecom — telco SMS revenue stays intact.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1645920" y="4114800"/>
            <a:ext cx="8869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CDD09"/>
                </a:solidFill>
                <a:effectLst/>
                <a:uFillTx/>
                <a:latin typeface="Calibri"/>
              </a:rPr>
              <a:t>contact@digicom-et.example  ·  Addis Ababa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8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19/20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0"/>
            <a:ext cx="4064400" cy="164160"/>
          </a:xfrm>
          <a:prstGeom prst="rect">
            <a:avLst/>
          </a:prstGeom>
          <a:solidFill>
            <a:srgbClr val="0789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2"/>
          <p:cNvSpPr/>
          <p:nvPr/>
        </p:nvSpPr>
        <p:spPr>
          <a:xfrm>
            <a:off x="4064040" y="0"/>
            <a:ext cx="4064400" cy="164160"/>
          </a:xfrm>
          <a:prstGeom prst="rect">
            <a:avLst/>
          </a:prstGeom>
          <a:solidFill>
            <a:srgbClr val="FCDD0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Rectangle 3"/>
          <p:cNvSpPr/>
          <p:nvPr/>
        </p:nvSpPr>
        <p:spPr>
          <a:xfrm>
            <a:off x="8127720" y="0"/>
            <a:ext cx="4064400" cy="164160"/>
          </a:xfrm>
          <a:prstGeom prst="rect">
            <a:avLst/>
          </a:prstGeom>
          <a:solidFill>
            <a:srgbClr val="DA121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4"/>
          <p:cNvSpPr/>
          <p:nvPr/>
        </p:nvSpPr>
        <p:spPr>
          <a:xfrm>
            <a:off x="731520" y="2286000"/>
            <a:ext cx="10515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78930"/>
                </a:solidFill>
                <a:effectLst/>
                <a:uFillTx/>
                <a:latin typeface="Calibri"/>
              </a:rPr>
              <a:t>Ameseginalehu  ·  Thank you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5"/>
          <p:cNvSpPr/>
          <p:nvPr/>
        </p:nvSpPr>
        <p:spPr>
          <a:xfrm>
            <a:off x="731520" y="3291840"/>
            <a:ext cx="10515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A1A2E"/>
                </a:solidFill>
                <a:effectLst/>
                <a:uFillTx/>
                <a:latin typeface="Calibri"/>
              </a:rPr>
              <a:t>Digicom-ET — VAS Silent Authentication for Ethiopian Banks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6"/>
          <p:cNvSpPr/>
          <p:nvPr/>
        </p:nvSpPr>
        <p:spPr>
          <a:xfrm>
            <a:off x="731520" y="402336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0D7377"/>
                </a:solidFill>
                <a:effectLst/>
                <a:uFillTx/>
                <a:latin typeface="Calibri"/>
              </a:rPr>
              <a:t>Adapter on top · Operator revenue protected · Built for Ethiopia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7"/>
          <p:cNvSpPr/>
          <p:nvPr/>
        </p:nvSpPr>
        <p:spPr>
          <a:xfrm>
            <a:off x="365760" y="653796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</a:rPr>
              <a:t>Digicom-ET  ·  Silent Authentication for Ethiopian Banks  ·  20/20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LibreOffice/26.2.4.2$Linux_X86_64 LibreOffice_project/df4f15f06f7b375c1d16aa35fba92d50b262cd01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2026-07-20T17:39:59Z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